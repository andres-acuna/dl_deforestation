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05840"/>
            <a:ext cx="6217920" cy="237744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Deforestadas en Colombia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Satelitales y Deep Learning como Herramienta para Política Pública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621792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Deep Learning — MIAD  |  github.com/Andres-Acuna/dl_deforestation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Analítica de Datos (MIAD)  · 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365760"/>
            <a:ext cx="2103120" cy="4389120"/>
          </a:xfrm>
          <a:prstGeom prst="rect">
            <a:avLst/>
          </a:prstGeom>
          <a:solidFill>
            <a:srgbClr val="3A7D44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594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10698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deforestadas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Colombia (2023)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737360"/>
            <a:ext cx="1554480" cy="0"/>
          </a:xfrm>
          <a:prstGeom prst="line">
            <a:avLst/>
          </a:prstGeom>
          <a:noFill/>
          <a:ln w="6350">
            <a:solidFill>
              <a:srgbClr val="7DB8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F2=0.9206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24871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validación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(Fase 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154680"/>
            <a:ext cx="1554480" cy="0"/>
          </a:xfrm>
          <a:prstGeom prst="line">
            <a:avLst/>
          </a:prstGeom>
          <a:noFill/>
          <a:ln w="6350">
            <a:solidFill>
              <a:srgbClr val="7DB8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37.172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3904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Colombia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Descripción del Problema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0515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posible identificar automáticamente zonas deforestadas en Colombia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imágenes satelitales usando modelos de Deep Learning?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94560"/>
            <a:ext cx="27432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233172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del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834640"/>
            <a:ext cx="2542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133.000 ha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en 2023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94560"/>
            <a:ext cx="274320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233172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Actual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834640"/>
            <a:ext cx="2542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lento,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automatizado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194560"/>
            <a:ext cx="2743200" cy="109728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33172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834640"/>
            <a:ext cx="2542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teledetección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Datos y Fuentes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Amazon (Kaggle)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777240" cy="256032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Preentrenamiento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40.479 imágenes JPG 256×256 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Amazonas brasileño · 17 etiquetas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 con deforestación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preentrenamiento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(Google Earth Engine)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572768"/>
            <a:ext cx="777240" cy="256032"/>
          </a:xfrm>
          <a:prstGeom prst="rect">
            <a:avLst/>
          </a:prstGeom>
          <a:solidFill>
            <a:srgbClr val="7DB87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5727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10 m/px · 4 bandas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mediana 2022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6 tiles · ~20 GB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37.172 tiles de entrenamiento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743200" cy="50292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Hansen/IDEAM (Global Forest Watch)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72768"/>
            <a:ext cx="777240" cy="256032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5727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19202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boscosa por año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30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~209.000 ha detectadas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binarias de entrena.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Arquitectura — Transfer Learning E2E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20240" cy="64008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Preentrenamiento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 EfficientNet-B4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canales RGB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multi-label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 clases Planet)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0.9206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44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005840"/>
            <a:ext cx="1920240" cy="640080"/>
          </a:xfrm>
          <a:prstGeom prst="rect">
            <a:avLst/>
          </a:prstGeom>
          <a:solidFill>
            <a:srgbClr val="7DB87E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1344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funcional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17830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 de capa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 compatibles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smp)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6552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44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72584" y="1005840"/>
            <a:ext cx="1920240" cy="6400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72584" y="1344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4024" y="17830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completa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canales (+ NIR)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 px a px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Colombia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92824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44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48856" y="1005840"/>
            <a:ext cx="192024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848856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48856" y="1344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178308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deforestación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QGIS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en hectáreas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ajustable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F2-score (Fase 1)  ·  IoU — Intersection over Union (Fase 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2793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Pipeline de Datos End-to-End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502920" cy="169164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727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57276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GEE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IDEAM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502920" cy="169164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727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57276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005840"/>
            <a:ext cx="502920" cy="169164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15727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47688" y="1143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47688" y="157276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37.172 tiles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9260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926080"/>
            <a:ext cx="502920" cy="169164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4930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349300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502920" cy="169164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4930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94760" y="349300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+ Fase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auto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29260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926080"/>
            <a:ext cx="502920" cy="169164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34930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47688" y="3063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47688" y="349300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QGIS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Resultados y Métricas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Clasificación (Planet Amazon)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1371600" cy="14630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463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2130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50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325880"/>
            <a:ext cx="1371600" cy="14630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1463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0.1331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2130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450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final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325880"/>
            <a:ext cx="1371600" cy="14630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463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10128" y="2130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450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0" cy="3291840"/>
          </a:xfrm>
          <a:prstGeom prst="line">
            <a:avLst/>
          </a:prstGeom>
          <a:noFill/>
          <a:ln w="12700">
            <a:solidFill>
              <a:srgbClr val="A8C5A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83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Segmentación (Meta, Colombia)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325880"/>
            <a:ext cx="1234440" cy="1463040"/>
          </a:xfrm>
          <a:prstGeom prst="rect">
            <a:avLst/>
          </a:prstGeom>
          <a:solidFill>
            <a:srgbClr val="1A3C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4630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21305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Bosque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450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325880"/>
            <a:ext cx="1234440" cy="1463040"/>
          </a:xfrm>
          <a:prstGeom prst="rect">
            <a:avLst/>
          </a:prstGeom>
          <a:solidFill>
            <a:srgbClr val="1A3C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4630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pendiente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1305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Deforest.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450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transfer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1325880"/>
            <a:ext cx="1234440" cy="1463040"/>
          </a:xfrm>
          <a:prstGeom prst="rect">
            <a:avLst/>
          </a:prstGeom>
          <a:solidFill>
            <a:srgbClr val="1A3C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35240" y="14630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26.020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35240" y="21305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train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2450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37.172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017520"/>
            <a:ext cx="8458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F2-score Fase 1: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644483"/>
            <a:ext cx="347472" cy="1092109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" y="3823518"/>
            <a:ext cx="256032" cy="913074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16736" y="3669666"/>
            <a:ext cx="347472" cy="1066926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682496" y="4113474"/>
            <a:ext cx="256032" cy="623118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16736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130552" y="3712377"/>
            <a:ext cx="347472" cy="1024215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496312" y="4136197"/>
            <a:ext cx="256032" cy="600395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130552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944368" y="3692379"/>
            <a:ext cx="347472" cy="1044213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10128" y="4167561"/>
            <a:ext cx="256032" cy="569031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944368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758184" y="3836438"/>
            <a:ext cx="347472" cy="900154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123944" y="4195404"/>
            <a:ext cx="256032" cy="541188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758184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0" y="3708180"/>
            <a:ext cx="347472" cy="1028412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937760" y="4223888"/>
            <a:ext cx="256032" cy="512704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385816" y="3618683"/>
            <a:ext cx="347472" cy="1117909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51576" y="4249171"/>
            <a:ext cx="256032" cy="487421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385816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99632" y="3606092"/>
            <a:ext cx="347472" cy="1130500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65392" y="4277655"/>
            <a:ext cx="256032" cy="458937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013448" y="3600413"/>
            <a:ext cx="347472" cy="1136179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79208" y="4294297"/>
            <a:ext cx="256032" cy="442295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013448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827264" y="3600167"/>
            <a:ext cx="347472" cy="1136425"/>
          </a:xfrm>
          <a:prstGeom prst="rect">
            <a:avLst/>
          </a:prstGeom>
          <a:solidFill>
            <a:srgbClr val="3A7D44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3024" y="4310619"/>
            <a:ext cx="256032" cy="425973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827264" y="47548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94360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r" indent="0" marL="0">
              <a:buNone/>
            </a:pPr>
            <a:r>
              <a:rPr lang="en-US" sz="10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</a:t>
            </a:r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r" indent="0" marL="0">
              <a:buNone/>
            </a:pPr>
            <a:r>
              <a:rPr lang="en-US" sz="10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Aplicación para Política Pública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347472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aquí mapa de predicción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outputs/mapa_deforestacion_v2.png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Colombia — 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4800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0" y="914400"/>
            <a:ext cx="109728" cy="118872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10" name="Text 8"/>
          <p:cNvSpPr/>
          <p:nvPr/>
        </p:nvSpPr>
        <p:spPr>
          <a:xfrm>
            <a:off x="4187952" y="1005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meses a días para detectar nuevos frentes. Respuesta oportuna de autoridades ambientales.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4800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2240280"/>
            <a:ext cx="109728" cy="118872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15" name="Text 13"/>
          <p:cNvSpPr/>
          <p:nvPr/>
        </p:nvSpPr>
        <p:spPr>
          <a:xfrm>
            <a:off x="4187952" y="23317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Focalización de Recursos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precisa de zonas críticas para asignación eficiente de guardabosques.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3566160"/>
            <a:ext cx="4800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3566160"/>
            <a:ext cx="109728" cy="1188720"/>
          </a:xfrm>
          <a:prstGeom prst="rect">
            <a:avLst/>
          </a:prstGeom>
          <a:solidFill>
            <a:srgbClr val="7DB87E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3657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3657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REDD+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0233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verificables para compromisos internacionales de reducción de deforestación.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4206240"/>
            <a:ext cx="8458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IDEAM  ·  CAR  ·  Parques Nacionales  ·  Cancillería (REDD+)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4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731520"/>
            <a:ext cx="8503920" cy="3840480"/>
          </a:xfrm>
          <a:prstGeom prst="rect">
            <a:avLst/>
          </a:prstGeom>
          <a:solidFill>
            <a:srgbClr val="2C5F2D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E2E viable con herramientas de acceso libre: Kaggle · Google Earth Engine · Hansen/IDEAM · PyTorch.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sobre Planet Amazon alcanzó F2=0.9206 en 10 épocas, validando la estrategia de transfer learning.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V2 del modelo (en entrenamiento overnight) implementa transferencia E2E funcional entre fases usando smp, esperando IoU&gt;0.5 en Colombia.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escalable a cualquier región de Colombia con imágenes Sentinel-2 disponibles. Output GeoTIFF compatible con QGIS.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Analítica de Datos (MIAD)  ·  Deep Learning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2026-03-15T06:52:53Z</dcterms:created>
  <dcterms:modified xsi:type="dcterms:W3CDTF">2026-03-15T06:52:53Z</dcterms:modified>
</cp:coreProperties>
</file>